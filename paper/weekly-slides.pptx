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B2422"/>
                </a:solidFill>
              </a:rPr>
              <a:t>Proactive Prefill</a:t>
            </a:r>
          </a:p>
          <a:p>
            <a:r>
              <a:rPr sz="2000">
                <a:solidFill>
                  <a:srgbClr val="5A6B67"/>
                </a:solidFill>
              </a:rPr>
              <a:t>Compiler-derived speculative prompt construction for language-integrated LLM agents</a:t>
            </a:r>
          </a:p>
          <a:p>
            <a:pPr>
              <a:spcBef>
                <a:spcPts val="1800"/>
              </a:spcBef>
            </a:pPr>
            <a:r>
              <a:rPr sz="1400">
                <a:solidFill>
                  <a:srgbClr val="C75B1E"/>
                </a:solidFill>
              </a:rPr>
              <a:t>Weekly meeting · 2026-08-19 · working prototype + measurements on real Jac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Agentic TTFT: three costs prefix caching does not 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2422"/>
                </a:solidFill>
              </a:rPr>
              <a:t>Agent workflows chain LLM calls; every call pays time-to-first-token to prefill its prompt.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422"/>
                </a:solidFill>
              </a:rPr>
              <a:t>Prefix caching (vLLM APC / SGLang radix) only reuses what the engine has already seen. What remains: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Cold call sites — first request per site, and every site after a deploy/restart.  Measured: 1153.7 → 279.4 ms warm (4.1×, 0.5B, 1.2k-token site)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First structured-output call — grammar (FSM) compiles on the critical path: ~300 ms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Per-request content — bindings never repeat, prefilled every call. KVFlow explicitly writes this off: dynamic parts are “less valuable for caching”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5B1E"/>
                </a:solidFill>
              </a:rPr>
              <a:t>Root cause: the serving system treats the prompt as an opaque runtime string.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KEY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In a language-integrated framework, prompts are compile-time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E6E7E"/>
                </a:solidFill>
              </a:rPr>
              <a:t>byllm call:  def respond(message: str, chat_history: list) -&gt; str by llm()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422"/>
                </a:solidFill>
              </a:rPr>
              <a:t>The framework builds the prompt from the signature, sem strings, tool schemas, return type.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C75B1E"/>
                </a:solidFill>
              </a:rPr>
              <a:t>Measured: 96.6% of prompt characters are a strict compile-time prefix (RagChat.respond); ~95% across 1k–4k-token sites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The runtime part (argument bindings) sits at the very end of the token sequence — extendable prefix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B2422"/>
                </a:solidFill>
              </a:rPr>
              <a:t>And bindings are usually determined before the call: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router's request already carries the fields that become the routed agent's arguments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a completed call's result is the next call's input, bound to an immutable variable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422"/>
                </a:solidFill>
              </a:rPr>
              <a:t>The compiler can recover ALL of this with zero annotations: invariant prefixes, call-site topology, argument provenance.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Design: three tiers of stability, one correctness principle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338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120640"/>
                <a:gridCol w="2377440"/>
                <a:gridCol w="20116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Tier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Content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Becomes known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Valid across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75B1E"/>
                          </a:solidFill>
                        </a:rPr>
                        <a:t>1  Invariant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persona · signature · sems · tool protocol · output grammar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compile time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all requests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75B1E"/>
                          </a:solidFill>
                        </a:rPr>
                        <a:t>2  Quasi-static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router candidate list + choice grammar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graph built / changed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until graph changes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75B1E"/>
                          </a:solidFill>
                        </a:rPr>
                        <a:t>3  Per-request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argument bindings (arrival order)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provenance fires at runtime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one call + its turns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B2422"/>
                </a:solidFill>
              </a:rPr>
              <a:t>Advisory principle: speculation only populates KV cache. Served prompts are always rebuilt from real values;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B2422"/>
                </a:solidFill>
              </a:rPr>
              <a:t>fed content is used only where it matches byte-for-byte. Wrong guess = cache miss, never a wrong prompt.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A6B67"/>
                </a:solidFill>
              </a:rPr>
              <a:t>→ licenses aggressive over-approximation everywhere (topology, provenance, feeds)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System: one-line integration, unmodified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E6E7E"/>
                </a:solidFill>
              </a:rPr>
              <a:t>Jac app  —  glob llm = InterceptorLLM(...)   ← the only change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byllm builds prompts + runs ReAct/tool loops natively; only raw completions leave the process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A6B67"/>
                </a:solidFill>
              </a:rPr>
              <a:t>↓  POST /generate (messages, key, schema)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E6E7E"/>
                </a:solidFill>
              </a:rPr>
              <a:t>GuardServer  —  owns vLLM v1 AsyncLLM (prefix caching + chunked prefill + priority)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compile-time artifacts loaded at boot: invariant prompts · topology · provenance (side runtime)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Monitor: at call X's FIRST TOKEN → warm successors' invariants + feed field-sourced bindings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at X's END → record result; flush ret-sourced feeds in the NEXT call's decode shadow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at serve → verify + reorder binding zone to fed arrival order (content moved, never injected)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Two mechanisms that make tier 3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B2422"/>
                </a:solidFill>
              </a:rPr>
              <a:t>Dataflow firing (not topology-adjacent):  a = f(); b = g(); ans = h(a, b)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inverse provenance index + result store → h.a is fed the moment f ends, while g still runs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C75B1E"/>
                </a:solidFill>
              </a:rPr>
              <a:t>measured: consumer binding fed ~13 s (two calls) ahead of its use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422"/>
                </a:solidFill>
              </a:rPr>
              <a:t>Scheduling discipline: speculation must live in decode shadows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feeds submitted at call-end race the next call's prefill: ~34 ms TTFT pollution per call — priority scheduling does NOT fix it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deferring the flush to the next call's first token keeps every real call clean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A6B67"/>
                </a:solidFill>
              </a:rPr>
              <a:t>accepted limit: the last-arriving binding of a zero-think-time chain is structurally unwinnable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WORKLOADS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Four demo agents, one tier each in focus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430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06240"/>
                <a:gridCol w="3291840"/>
                <a:gridCol w="201168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Demo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Structure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Exercises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Headline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chain_big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4-call pipeline, ~1.3k-tok invariants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T1 warm + topology + grammar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E2E 2.35×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Jac-Rag-GPT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LLM router → 5 ReAct agents + FAISS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T1+T2+T3 on a real app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agent turn-1 1.9×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diamond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f, g → h(a,b)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dataflow firing correctness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E6E7E"/>
                          </a:solidFill>
                        </a:rPr>
                        <a:t>fed 1 call early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big_agent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3×470-tok producers → verdict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T3 isolation (--no-prov-feed)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consumer 2.67×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5A6B67"/>
                </a:solidFill>
              </a:rPr>
              <a:t>All numbers: Qwen2.5-3B · RTX 3090 · greedy · fresh engine per condition · real jac run · engine-reported cached_tokens as ground truth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RESULTS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Chain: speculation alone cuts E2E TTFT 2.35×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2194560"/>
                <a:gridCol w="1463040"/>
                <a:gridCol w="2011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Call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Baseline (APC)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Speculation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Gain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cached_tokens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analyze (entry)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269.9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241.6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draft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138.6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40.3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3.4×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1328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polish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117.2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34.3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3.4×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1104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count_words (typed)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304.6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36.5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8.3×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64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22"/>
                          </a:solidFill>
                        </a:rPr>
                        <a:t>E2E TTFT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E6E7E"/>
                          </a:solidFill>
                        </a:rPr>
                        <a:t>830.3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352.7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2.35×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count_words' 8.3× = grammar precompiled inside the warm — the output schema is compile-time constant too.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A6B67"/>
                </a:solidFill>
              </a:rPr>
              <a:t>Entry call untouched (no predecessor): that is deploy-warm's job — with it, chain mean TTFT 207 → 40 ms (5.2×).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RESULTS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Rag-GPT E2E: an honest Amdahl story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424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365760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Call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Baseline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Full speculation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A6B67"/>
                          </a:solidFill>
                        </a:rPr>
                        <a:t>Share of E2E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route (entry)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397.8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405.6 ms  (unreachable)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64%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agent turn 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63.0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C75B1E"/>
                          </a:solidFill>
                        </a:rPr>
                        <a:t>33.2 ms   (1.9×)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10%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422"/>
                          </a:solidFill>
                        </a:rPr>
                        <a:t>agent turn 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167.1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163.3 ms  (plain APC covers it)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>26%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422"/>
                          </a:solidFill>
                        </a:rPr>
                        <a:t>E2E TTFT, first request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2E6E7E"/>
                          </a:solidFill>
                        </a:rPr>
                        <a:t>627.8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2422"/>
                          </a:solidFill>
                        </a:rPr>
                        <a:t>602.1 ms  (1.04×)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2422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B2422"/>
                </a:solidFill>
              </a:rPr>
              <a:t>Speculation captured 100% of what it can reach — but that slice is 10% of this workflow's E2E.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The router entry (64%) needs graph context: fed/learned, route drops 362 → 69 ms (5.3×, measured).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5A6B67"/>
                </a:solidFill>
              </a:rPr>
              <a:t>steady state (2nd+ request, ctx auto-learned): E2E ≈ 2.7× — arithmetic from measured parts, joint run pending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Bonus: stability-ordered route prompt lifted routing accuracy 4/10 → 8/10 on our probe.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RESULTS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Tier 3 isolated: bindings are cacheable after all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1188720"/>
                <a:gridCol w="2743200"/>
                <a:gridCol w="23774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Condition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Consumer TTFT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cached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Producers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E2E TTFT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binding feeds OFF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E6E7E"/>
                          </a:solidFill>
                        </a:rPr>
                        <a:t>149.1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96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32.6 / 31.0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335.9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feeds at call-end (naive)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79.2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1520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E6E7E"/>
                          </a:solidFill>
                        </a:rPr>
                        <a:t>66.0 / 66.8 ms  ← polluted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335.7 ms  (wash!)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feeds in decode shadows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75B1E"/>
                          </a:solidFill>
                        </a:rPr>
                        <a:t>55.9 ms  (2.67×)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960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2422"/>
                          </a:solidFill>
                        </a:rPr>
                        <a:t>32.3 / 30.5 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75B1E"/>
                          </a:solidFill>
                        </a:rPr>
                        <a:t>240.4 ms  (1.40×)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A6B67"/>
                </a:solidFill>
              </a:rPr>
              <a:t>~1.4k tokens of bindings, fully sequential zero-think-time flow — the worst case for this mechanism.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The middle row is the negative result that set the scheduling discipline: gains exist only if speculation never touches a TTFT-critical window.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5B1E"/>
                </a:solidFill>
              </a:rPr>
              <a:t>Direct foil to KVFlow's “dynamic parts are less valuable for caching”.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Positioning: we create what others retain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5214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3474720"/>
                <a:gridCol w="23774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System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Structure source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Acts on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A6B67"/>
                          </a:solidFill>
                        </a:rPr>
                        <a:t>Dynamic content</a:t>
                      </a:r>
                    </a:p>
                  </a:txBody>
                  <a:tcPr marT="38100" marB="38100">
                    <a:solidFill>
                      <a:srgbClr val="EAF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Parrot (OSDI'24)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developer API annotations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scheduling + prefix sharing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not addressed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KVFlow (NeurIPS'25)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app-supplied step graph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moves EXISTING KV (CPU→GPU), eviction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written off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SGLang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explicit programmer-written prompts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radix reuse of seen prefixes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422"/>
                          </a:solidFill>
                        </a:rPr>
                        <a:t>not addressed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75B1E"/>
                          </a:solidFill>
                        </a:rPr>
                        <a:t>Proactive Prefill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75B1E"/>
                          </a:solidFill>
                        </a:rPr>
                        <a:t>compiler, zero annotations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75B1E"/>
                          </a:solidFill>
                        </a:rPr>
                        <a:t>CREATES KV + grammars before first use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75B1E"/>
                          </a:solidFill>
                        </a:rPr>
                        <a:t>speculated via provenance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KVFlow's own paper: fixed-prompt identification “presents a challenge” (user markup or heuristics) — our compiler makes the challenge vanish by construction.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A6B67"/>
                </a:solidFill>
              </a:rPr>
              <a:t>Complementary, not competing: KVFlow governs residency of what we prewarm. Disjoint resources (PCIe vs idle prefill compute).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75B1E"/>
                </a:solidFill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B2422"/>
                </a:solidFill>
              </a:rPr>
              <a:t>Status, risks, and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B2422"/>
                </a:solidFill>
              </a:rPr>
              <a:t>Working end-to-end on unmodified apps; every mechanism verified with engine-reported cache truth.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5B1E"/>
                </a:solidFill>
              </a:rPr>
              <a:t>Idea re-evaluation: Strong Accept — 3 dimensions at 8+, all data-backed; novelty defended with a KVFlow deep-read.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422"/>
                </a:solidFill>
              </a:rPr>
              <a:t>Pending evidence (execution, not research risk):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SGLang baseline · ≥7B model · full rag_qa suite · concurrency sweep (thesis predicts gains grow under load)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1B2422"/>
                </a:solidFill>
              </a:rPr>
              <a:t>steady-state (2nd+ request) joint run for the RAG 2.7× number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E6E7E"/>
                </a:solidFill>
              </a:rPr>
              <a:t>Main risk is TIME: agentic-serving ships monthly; KVFlow + value-speculation is the credible scoop path.</a:t>
            </a:r>
          </a:p>
          <a:p>
            <a:pPr lvl="1">
              <a:spcAft>
                <a:spcPts val="800"/>
              </a:spcAft>
            </a:pPr>
            <a:r>
              <a:rPr sz="1500" b="1">
                <a:solidFill>
                  <a:srgbClr val="C75B1E"/>
                </a:solidFill>
              </a:rPr>
              <a:t>→ proposal: freeze mechanisms, write now, arXiv within two weeks; paper/draft.md exists as the skeleton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B2422"/>
                </a:solidFill>
              </a:rPr>
              <a:t>Asks: 3090 caps model scale — access to an A100/H100 box for the 7B+/concurrency table?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